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47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hvick Badhavenugopalrao" userId="b04a1158-e9ae-4234-9082-db739733f397" providerId="ADAL" clId="{BFB98A12-B806-55B5-B27A-CEAE5CAE6765}"/>
    <pc:docChg chg="custSel modSld">
      <pc:chgData name="Sathvick Badhavenugopalrao" userId="b04a1158-e9ae-4234-9082-db739733f397" providerId="ADAL" clId="{BFB98A12-B806-55B5-B27A-CEAE5CAE6765}" dt="2026-09-28T15:49:34.599" v="30" actId="20577"/>
      <pc:docMkLst>
        <pc:docMk/>
      </pc:docMkLst>
      <pc:sldChg chg="delSp modSp mod">
        <pc:chgData name="Sathvick Badhavenugopalrao" userId="b04a1158-e9ae-4234-9082-db739733f397" providerId="ADAL" clId="{BFB98A12-B806-55B5-B27A-CEAE5CAE6765}" dt="2026-09-28T15:49:34.599" v="30" actId="20577"/>
        <pc:sldMkLst>
          <pc:docMk/>
          <pc:sldMk cId="0" sldId="256"/>
        </pc:sldMkLst>
        <pc:spChg chg="del">
          <ac:chgData name="Sathvick Badhavenugopalrao" userId="b04a1158-e9ae-4234-9082-db739733f397" providerId="ADAL" clId="{BFB98A12-B806-55B5-B27A-CEAE5CAE6765}" dt="2026-09-27T20:59:47.796" v="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thvick Badhavenugopalrao" userId="b04a1158-e9ae-4234-9082-db739733f397" providerId="ADAL" clId="{BFB98A12-B806-55B5-B27A-CEAE5CAE6765}" dt="2026-09-28T15:49:34.599" v="30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6992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customer, not the project: this is about helping shoppers who know what they like but not what it's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 around a real customer behaviour. The pilot answers one question: is visual search worth building into vajillascorona.com.co?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steps. Point to the sketch: this is roughly what a customer will see on their phone. Stress that nothing touches the live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step matters most for the business: the prototype sends real traffic to real product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turn the pilot into a clear yes/no decision. Invite the team to adjust the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asking for these four decisions so the meeting closes with clear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  ·  12-WEEK PILOT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Search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Prototype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customers find the Corona tableware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Vajillas Corona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51206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5120640"/>
            <a:ext cx="2743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10960" y="5120640"/>
            <a:ext cx="515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Sathvick · Graduate Intern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know what they like but not what it is called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12064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8036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saw a beautiful table setting at a friend's house and on Instagram. I want something like that  but I don't know which collection it is or what to search for.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228" y="2235708"/>
            <a:ext cx="329184" cy="32918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132320" y="2011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search needs the right words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39572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and category menus work only when customers already know product names collections or styles.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34290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360730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3232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search by picture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76732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customers start from a photo or a description then guide them to matching Corona products and a complete look.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17920" y="4800600"/>
            <a:ext cx="685800" cy="685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8" y="49789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3232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way to find out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7132320" y="5138928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pilot tests the idea with real products and real users before any investment in the live website.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will build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mobile-first web prototype on its own URL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2135307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0116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photo or describe a style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279367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67004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it against 20 curated Corona products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328416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3452043"/>
            <a:ext cx="228234" cy="22823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32841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quick style questions refine the results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3986784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7" y="4110411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34440" y="398678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shown as a visual moodboard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48640" y="4645152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4768779"/>
            <a:ext cx="228234" cy="22823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34440" y="464515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to the real product page to buy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8503920" y="1783080"/>
            <a:ext cx="2651760" cy="4389120"/>
          </a:xfrm>
          <a:prstGeom prst="roundRect">
            <a:avLst>
              <a:gd name="adj" fmla="val 103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8641080" y="2057400"/>
            <a:ext cx="2377440" cy="393192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 txBox="1"/>
          <p:nvPr/>
        </p:nvSpPr>
        <p:spPr>
          <a:xfrm>
            <a:off x="87782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moodboard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877824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Modern · Neutral tones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8778240" y="2880360"/>
            <a:ext cx="982980" cy="914400"/>
          </a:xfrm>
          <a:prstGeom prst="rect">
            <a:avLst/>
          </a:prstGeom>
          <a:solidFill>
            <a:srgbClr val="E8DCC8"/>
          </a:solidFill>
          <a:ln w="12700">
            <a:solidFill>
              <a:srgbClr val="E8DC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8949690" y="3017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9086850" y="315468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 txBox="1"/>
          <p:nvPr/>
        </p:nvSpPr>
        <p:spPr>
          <a:xfrm>
            <a:off x="8778240" y="3813048"/>
            <a:ext cx="98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1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9898380" y="2880360"/>
            <a:ext cx="9829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10069830" y="3017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10206990" y="315468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 txBox="1"/>
          <p:nvPr/>
        </p:nvSpPr>
        <p:spPr>
          <a:xfrm>
            <a:off x="9898380" y="3813048"/>
            <a:ext cx="98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2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8778240" y="4114800"/>
            <a:ext cx="982980" cy="914400"/>
          </a:xfrm>
          <a:prstGeom prst="rect">
            <a:avLst/>
          </a:prstGeom>
          <a:solidFill>
            <a:srgbClr val="D9D4CC"/>
          </a:solidFill>
          <a:ln w="12700">
            <a:solidFill>
              <a:srgbClr val="D9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8949690" y="42519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9086850" y="438912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 txBox="1"/>
          <p:nvPr/>
        </p:nvSpPr>
        <p:spPr>
          <a:xfrm>
            <a:off x="8778240" y="5047488"/>
            <a:ext cx="98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3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9898380" y="4114800"/>
            <a:ext cx="982980" cy="914400"/>
          </a:xfrm>
          <a:prstGeom prst="rect">
            <a:avLst/>
          </a:prstGeom>
          <a:solidFill>
            <a:srgbClr val="B7C4DE"/>
          </a:solidFill>
          <a:ln w="12700">
            <a:solidFill>
              <a:srgbClr val="B7C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2"/>
          <p:cNvSpPr/>
          <p:nvPr/>
        </p:nvSpPr>
        <p:spPr>
          <a:xfrm>
            <a:off x="10069830" y="42519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10206990" y="4389120"/>
            <a:ext cx="365760" cy="3657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A8AF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9898380" y="5047488"/>
            <a:ext cx="98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4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8778240" y="539496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 txBox="1"/>
          <p:nvPr/>
        </p:nvSpPr>
        <p:spPr>
          <a:xfrm>
            <a:off x="8778240" y="5394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product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8503920" y="619048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customer journey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inspiration to purchase in five steps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11680" cy="3291840"/>
          </a:xfrm>
          <a:prstGeom prst="rect">
            <a:avLst/>
          </a:prstGeom>
          <a:solidFill>
            <a:srgbClr val="F3F5FB"/>
          </a:solidFill>
          <a:ln w="12700">
            <a:solidFill>
              <a:srgbClr val="E3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25146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27523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uploads a photo or types a description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3566160"/>
            <a:ext cx="259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2819324" y="2194560"/>
            <a:ext cx="2011680" cy="3291840"/>
          </a:xfrm>
          <a:prstGeom prst="rect">
            <a:avLst/>
          </a:prstGeom>
          <a:solidFill>
            <a:srgbClr val="F3F5FB"/>
          </a:solidFill>
          <a:ln w="12700">
            <a:solidFill>
              <a:srgbClr val="E3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367964" y="25146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708" y="275234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19324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819324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3002204" y="4434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it with the 20-product catalogue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831004" y="3566160"/>
            <a:ext cx="259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9" name="Shape 15"/>
          <p:cNvSpPr/>
          <p:nvPr/>
        </p:nvSpPr>
        <p:spPr>
          <a:xfrm>
            <a:off x="5090008" y="2194560"/>
            <a:ext cx="2011680" cy="3291840"/>
          </a:xfrm>
          <a:prstGeom prst="rect">
            <a:avLst/>
          </a:prstGeom>
          <a:solidFill>
            <a:srgbClr val="F3F5FB"/>
          </a:solidFill>
          <a:ln w="12700">
            <a:solidFill>
              <a:srgbClr val="E3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638648" y="25146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92" y="2752344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090008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090008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5272888" y="4434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style questions narrow the results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7101688" y="3566160"/>
            <a:ext cx="259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6" name="Shape 21"/>
          <p:cNvSpPr/>
          <p:nvPr/>
        </p:nvSpPr>
        <p:spPr>
          <a:xfrm>
            <a:off x="7360691" y="2194560"/>
            <a:ext cx="2011680" cy="3291840"/>
          </a:xfrm>
          <a:prstGeom prst="rect">
            <a:avLst/>
          </a:prstGeom>
          <a:solidFill>
            <a:srgbClr val="F3F5FB"/>
          </a:solidFill>
          <a:ln w="12700">
            <a:solidFill>
              <a:srgbClr val="E3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909331" y="25146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7075" y="2752344"/>
            <a:ext cx="438912" cy="43891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60691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360691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7543571" y="4434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matches appear as a moodboard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9372371" y="3566160"/>
            <a:ext cx="2590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33" name="Shape 27"/>
          <p:cNvSpPr/>
          <p:nvPr/>
        </p:nvSpPr>
        <p:spPr>
          <a:xfrm>
            <a:off x="9631375" y="2194560"/>
            <a:ext cx="201168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10180015" y="25146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7759" y="2752344"/>
            <a:ext cx="438912" cy="43891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631375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9631375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</a:t>
            </a:r>
            <a:endParaRPr lang="en-US" sz="2200" dirty="0"/>
          </a:p>
        </p:txBody>
      </p:sp>
      <p:sp>
        <p:nvSpPr>
          <p:cNvPr id="38" name="Text 31"/>
          <p:cNvSpPr txBox="1"/>
          <p:nvPr/>
        </p:nvSpPr>
        <p:spPr>
          <a:xfrm>
            <a:off x="9814255" y="4434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 sent to the real product page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measured so the pilot shows where customers engage and where they drop off.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 across twelve weeks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ends with something concrete to review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625230"/>
              </p:ext>
            </p:extLst>
          </p:nvPr>
        </p:nvGraphicFramePr>
        <p:xfrm>
          <a:off x="548640" y="1965960"/>
          <a:ext cx="11091672" cy="39684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Data Collection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Gather photos descriptions and links for the 20 pilot dinnerware 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Organised product catalogue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Technical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test to confirm the AI service works with Corona 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AI connection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Core Matching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logic that compares a photo or description with the catalogue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matching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Initial Prototype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the matching engine to a simple working web page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clickable demo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– 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Full Experience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style questions </a:t>
                      </a:r>
                      <a:r>
                        <a:rPr lang="en-US" sz="1300" dirty="0" err="1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moodboard</a:t>
                      </a: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and redirect to product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pilot experience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Testing &amp; Refinement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with real users measure accuracy refine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prototype results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–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know it works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67864" cy="3566160"/>
          </a:xfrm>
          <a:prstGeom prst="rect">
            <a:avLst/>
          </a:prstGeom>
          <a:solidFill>
            <a:srgbClr val="F3F5FB"/>
          </a:solidFill>
          <a:ln w="12700">
            <a:solidFill>
              <a:srgbClr val="E3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498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154680"/>
            <a:ext cx="1927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60520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572000"/>
            <a:ext cx="1927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product appears in the top 3 results for test photos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2011680"/>
            <a:ext cx="2567864" cy="3566160"/>
          </a:xfrm>
          <a:prstGeom prst="rect">
            <a:avLst/>
          </a:prstGeom>
          <a:solidFill>
            <a:srgbClr val="F3F5FB"/>
          </a:solidFill>
          <a:ln w="12700">
            <a:solidFill>
              <a:srgbClr val="E3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710864" y="23317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285" y="24981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710864" y="3154680"/>
            <a:ext cx="1927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s</a:t>
            </a:r>
            <a:endParaRPr lang="en-US" sz="4400" dirty="0"/>
          </a:p>
        </p:txBody>
      </p:sp>
      <p:sp>
        <p:nvSpPr>
          <p:cNvPr id="15" name="Text 11"/>
          <p:cNvSpPr txBox="1"/>
          <p:nvPr/>
        </p:nvSpPr>
        <p:spPr>
          <a:xfrm>
            <a:off x="3710864" y="4160520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710864" y="4572000"/>
            <a:ext cx="1927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moodboard on a mobile connection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2011680"/>
            <a:ext cx="2567864" cy="3566160"/>
          </a:xfrm>
          <a:prstGeom prst="rect">
            <a:avLst/>
          </a:prstGeom>
          <a:solidFill>
            <a:srgbClr val="F3F5FB"/>
          </a:solidFill>
          <a:ln w="12700">
            <a:solidFill>
              <a:srgbClr val="E3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553048" y="23317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468" y="249814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53048" y="3154680"/>
            <a:ext cx="1927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5</a:t>
            </a:r>
            <a:endParaRPr lang="en-US" sz="4400" dirty="0"/>
          </a:p>
        </p:txBody>
      </p:sp>
      <p:sp>
        <p:nvSpPr>
          <p:cNvPr id="21" name="Text 16"/>
          <p:cNvSpPr txBox="1"/>
          <p:nvPr/>
        </p:nvSpPr>
        <p:spPr>
          <a:xfrm>
            <a:off x="6553048" y="4160520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6553048" y="4572000"/>
            <a:ext cx="1927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 from 10–15 test users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2011680"/>
            <a:ext cx="2567864" cy="3566160"/>
          </a:xfrm>
          <a:prstGeom prst="rect">
            <a:avLst/>
          </a:prstGeom>
          <a:solidFill>
            <a:srgbClr val="F3F5FB"/>
          </a:solidFill>
          <a:ln w="12700">
            <a:solidFill>
              <a:srgbClr val="E3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395231" y="23317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1652" y="2498141"/>
            <a:ext cx="307238" cy="30723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395231" y="3154680"/>
            <a:ext cx="1927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CTR</a:t>
            </a:r>
            <a:endParaRPr lang="en-US" sz="4400" dirty="0"/>
          </a:p>
        </p:txBody>
      </p:sp>
      <p:sp>
        <p:nvSpPr>
          <p:cNvPr id="27" name="Text 21"/>
          <p:cNvSpPr txBox="1"/>
          <p:nvPr/>
        </p:nvSpPr>
        <p:spPr>
          <a:xfrm>
            <a:off x="9395231" y="4160520"/>
            <a:ext cx="192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9395231" y="4572000"/>
            <a:ext cx="1927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users who go on to open a real product page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193853" y="4756311"/>
            <a:ext cx="6195974" cy="11858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005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03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1ED7FA-0624-A1E9-E4DE-9FB768BB407D}"/>
              </a:ext>
            </a:extLst>
          </p:cNvPr>
          <p:cNvSpPr txBox="1"/>
          <p:nvPr/>
        </p:nvSpPr>
        <p:spPr>
          <a:xfrm>
            <a:off x="1808480" y="2101689"/>
            <a:ext cx="731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  <a:latin typeface="Cambria" panose="02040503050406030204" pitchFamily="18" charset="0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1160</TotalTime>
  <Words>649</Words>
  <Application>Microsoft Macintosh PowerPoint</Application>
  <PresentationFormat>Widescreen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Vajillas Corona - Visual Search &amp; Recommendation - Work Plan</dc:title>
  <dc:subject>PptxGenJS Presentation</dc:subject>
  <dc:creator>PptxGenJS</dc:creator>
  <cp:lastModifiedBy>Sathvick Badhavenugopalrao</cp:lastModifiedBy>
  <cp:revision>2</cp:revision>
  <dcterms:created xsi:type="dcterms:W3CDTF">2026-09-27T20:23:27Z</dcterms:created>
  <dcterms:modified xsi:type="dcterms:W3CDTF">2026-09-28T15:49:35Z</dcterms:modified>
</cp:coreProperties>
</file>